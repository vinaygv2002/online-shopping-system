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92" r:id="rId1"/>
  </p:sldMasterIdLst>
  <p:notesMasterIdLst>
    <p:notesMasterId r:id="rId19"/>
  </p:notesMasterIdLst>
  <p:sldIdLst>
    <p:sldId id="301" r:id="rId2"/>
    <p:sldId id="256" r:id="rId3"/>
    <p:sldId id="259" r:id="rId4"/>
    <p:sldId id="260" r:id="rId5"/>
    <p:sldId id="289" r:id="rId6"/>
    <p:sldId id="290" r:id="rId7"/>
    <p:sldId id="272" r:id="rId8"/>
    <p:sldId id="300" r:id="rId9"/>
    <p:sldId id="291" r:id="rId10"/>
    <p:sldId id="261" r:id="rId11"/>
    <p:sldId id="292" r:id="rId12"/>
    <p:sldId id="295" r:id="rId13"/>
    <p:sldId id="293" r:id="rId14"/>
    <p:sldId id="297" r:id="rId15"/>
    <p:sldId id="294" r:id="rId16"/>
    <p:sldId id="298" r:id="rId17"/>
    <p:sldId id="299" r:id="rId18"/>
  </p:sldIdLst>
  <p:sldSz cx="9144000" cy="5143500" type="screen16x9"/>
  <p:notesSz cx="6858000" cy="9144000"/>
  <p:embeddedFontLs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Raleway ExtraBold" pitchFamily="2" charset="0"/>
      <p:bold r:id="rId28"/>
      <p:boldItalic r:id="rId29"/>
    </p:embeddedFont>
    <p:embeddedFont>
      <p:font typeface="Roboto Condensed Light" panose="02000000000000000000" pitchFamily="2" charset="0"/>
      <p:regular r:id="rId30"/>
      <p:italic r:id="rId31"/>
    </p:embeddedFont>
    <p:embeddedFont>
      <p:font typeface="Tw Cen MT" panose="020B0602020104020603" pitchFamily="34" charset="0"/>
      <p:regular r:id="rId32"/>
      <p:bold r:id="rId33"/>
      <p:italic r:id="rId34"/>
      <p:boldItalic r:id="rId35"/>
    </p:embeddedFont>
    <p:embeddedFont>
      <p:font typeface="Tw Cen MT Condensed" panose="020B0606020104020203" pitchFamily="34" charset="0"/>
      <p:regular r:id="rId36"/>
      <p:bold r:id="rId37"/>
    </p:embeddedFont>
    <p:embeddedFont>
      <p:font typeface="Wingdings 3" panose="05040102010807070707" pitchFamily="18" charset="2"/>
      <p:regular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43B09A-B1EC-4E1B-BD8D-0256F1CA2B39}">
          <p14:sldIdLst>
            <p14:sldId id="301"/>
            <p14:sldId id="256"/>
          </p14:sldIdLst>
        </p14:section>
        <p14:section name="Untitled Section" id="{8CAA175A-C417-48E8-BDCE-E11D93C4CBD5}">
          <p14:sldIdLst>
            <p14:sldId id="259"/>
            <p14:sldId id="260"/>
            <p14:sldId id="289"/>
            <p14:sldId id="290"/>
            <p14:sldId id="272"/>
            <p14:sldId id="300"/>
            <p14:sldId id="291"/>
            <p14:sldId id="261"/>
            <p14:sldId id="292"/>
            <p14:sldId id="295"/>
            <p14:sldId id="293"/>
            <p14:sldId id="297"/>
            <p14:sldId id="294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61265F-0DA1-4E97-9162-1AC1E07B7A8B}" v="28" dt="2024-07-21T13:35:33.384"/>
  </p1510:revLst>
</p1510:revInfo>
</file>

<file path=ppt/tableStyles.xml><?xml version="1.0" encoding="utf-8"?>
<a:tblStyleLst xmlns:a="http://schemas.openxmlformats.org/drawingml/2006/main" def="{45BD0E03-9CED-4383-B5B8-68855A3F941E}">
  <a:tblStyle styleId="{45BD0E03-9CED-4383-B5B8-68855A3F94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presProps" Target="pres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ay G V" userId="c782ac4b4b8f04b2" providerId="LiveId" clId="{4061265F-0DA1-4E97-9162-1AC1E07B7A8B}"/>
    <pc:docChg chg="undo custSel addSld modSld sldOrd modSection">
      <pc:chgData name="Vinay G V" userId="c782ac4b4b8f04b2" providerId="LiveId" clId="{4061265F-0DA1-4E97-9162-1AC1E07B7A8B}" dt="2024-07-21T13:35:27.989" v="985" actId="20577"/>
      <pc:docMkLst>
        <pc:docMk/>
      </pc:docMkLst>
      <pc:sldChg chg="modSp mod">
        <pc:chgData name="Vinay G V" userId="c782ac4b4b8f04b2" providerId="LiveId" clId="{4061265F-0DA1-4E97-9162-1AC1E07B7A8B}" dt="2024-07-15T02:43:27.189" v="256" actId="122"/>
        <pc:sldMkLst>
          <pc:docMk/>
          <pc:sldMk cId="0" sldId="256"/>
        </pc:sldMkLst>
        <pc:spChg chg="mod">
          <ac:chgData name="Vinay G V" userId="c782ac4b4b8f04b2" providerId="LiveId" clId="{4061265F-0DA1-4E97-9162-1AC1E07B7A8B}" dt="2024-07-15T02:43:27.189" v="256" actId="122"/>
          <ac:spMkLst>
            <pc:docMk/>
            <pc:sldMk cId="0" sldId="256"/>
            <ac:spMk id="287" creationId="{00000000-0000-0000-0000-000000000000}"/>
          </ac:spMkLst>
        </pc:spChg>
      </pc:sldChg>
      <pc:sldChg chg="modSp mod">
        <pc:chgData name="Vinay G V" userId="c782ac4b4b8f04b2" providerId="LiveId" clId="{4061265F-0DA1-4E97-9162-1AC1E07B7A8B}" dt="2024-07-15T02:55:53.244" v="565" actId="20577"/>
        <pc:sldMkLst>
          <pc:docMk/>
          <pc:sldMk cId="0" sldId="261"/>
        </pc:sldMkLst>
        <pc:spChg chg="mod">
          <ac:chgData name="Vinay G V" userId="c782ac4b4b8f04b2" providerId="LiveId" clId="{4061265F-0DA1-4E97-9162-1AC1E07B7A8B}" dt="2024-07-15T02:55:53.244" v="565" actId="20577"/>
          <ac:spMkLst>
            <pc:docMk/>
            <pc:sldMk cId="0" sldId="261"/>
            <ac:spMk id="11" creationId="{1FCDAA11-B9F6-649D-2D40-783DBA7A40B7}"/>
          </ac:spMkLst>
        </pc:spChg>
      </pc:sldChg>
      <pc:sldChg chg="modSp mod">
        <pc:chgData name="Vinay G V" userId="c782ac4b4b8f04b2" providerId="LiveId" clId="{4061265F-0DA1-4E97-9162-1AC1E07B7A8B}" dt="2024-07-15T02:50:33.124" v="521" actId="20577"/>
        <pc:sldMkLst>
          <pc:docMk/>
          <pc:sldMk cId="2090378293" sldId="298"/>
        </pc:sldMkLst>
        <pc:spChg chg="mod">
          <ac:chgData name="Vinay G V" userId="c782ac4b4b8f04b2" providerId="LiveId" clId="{4061265F-0DA1-4E97-9162-1AC1E07B7A8B}" dt="2024-07-15T02:50:33.124" v="521" actId="20577"/>
          <ac:spMkLst>
            <pc:docMk/>
            <pc:sldMk cId="2090378293" sldId="298"/>
            <ac:spMk id="3" creationId="{3E59444B-34BA-8FF3-8DD2-94F567DBBF5C}"/>
          </ac:spMkLst>
        </pc:spChg>
      </pc:sldChg>
      <pc:sldChg chg="delSp modSp mod">
        <pc:chgData name="Vinay G V" userId="c782ac4b4b8f04b2" providerId="LiveId" clId="{4061265F-0DA1-4E97-9162-1AC1E07B7A8B}" dt="2024-07-21T13:14:35.927" v="973" actId="14100"/>
        <pc:sldMkLst>
          <pc:docMk/>
          <pc:sldMk cId="4098060209" sldId="299"/>
        </pc:sldMkLst>
        <pc:spChg chg="mod">
          <ac:chgData name="Vinay G V" userId="c782ac4b4b8f04b2" providerId="LiveId" clId="{4061265F-0DA1-4E97-9162-1AC1E07B7A8B}" dt="2024-07-21T13:14:35.927" v="973" actId="14100"/>
          <ac:spMkLst>
            <pc:docMk/>
            <pc:sldMk cId="4098060209" sldId="299"/>
            <ac:spMk id="792" creationId="{00000000-0000-0000-0000-000000000000}"/>
          </ac:spMkLst>
        </pc:spChg>
        <pc:spChg chg="del mod">
          <ac:chgData name="Vinay G V" userId="c782ac4b4b8f04b2" providerId="LiveId" clId="{4061265F-0DA1-4E97-9162-1AC1E07B7A8B}" dt="2024-07-21T13:13:23.790" v="939" actId="21"/>
          <ac:spMkLst>
            <pc:docMk/>
            <pc:sldMk cId="4098060209" sldId="299"/>
            <ac:spMk id="793" creationId="{00000000-0000-0000-0000-000000000000}"/>
          </ac:spMkLst>
        </pc:spChg>
      </pc:sldChg>
      <pc:sldChg chg="addSp delSp modSp new mod ord modClrScheme chgLayout">
        <pc:chgData name="Vinay G V" userId="c782ac4b4b8f04b2" providerId="LiveId" clId="{4061265F-0DA1-4E97-9162-1AC1E07B7A8B}" dt="2024-07-21T13:35:27.989" v="985" actId="20577"/>
        <pc:sldMkLst>
          <pc:docMk/>
          <pc:sldMk cId="292193099" sldId="301"/>
        </pc:sldMkLst>
        <pc:spChg chg="del mod">
          <ac:chgData name="Vinay G V" userId="c782ac4b4b8f04b2" providerId="LiveId" clId="{4061265F-0DA1-4E97-9162-1AC1E07B7A8B}" dt="2024-07-21T13:01:26.591" v="772" actId="21"/>
          <ac:spMkLst>
            <pc:docMk/>
            <pc:sldMk cId="292193099" sldId="301"/>
            <ac:spMk id="2" creationId="{3ED0F0FD-2524-F9F1-1B4C-FCB58508BF7B}"/>
          </ac:spMkLst>
        </pc:spChg>
        <pc:spChg chg="del mod">
          <ac:chgData name="Vinay G V" userId="c782ac4b4b8f04b2" providerId="LiveId" clId="{4061265F-0DA1-4E97-9162-1AC1E07B7A8B}" dt="2024-07-21T12:59:19.679" v="766" actId="21"/>
          <ac:spMkLst>
            <pc:docMk/>
            <pc:sldMk cId="292193099" sldId="301"/>
            <ac:spMk id="3" creationId="{06538898-4F81-1CA1-44E3-F5354EE6D4C0}"/>
          </ac:spMkLst>
        </pc:spChg>
        <pc:spChg chg="del mod">
          <ac:chgData name="Vinay G V" userId="c782ac4b4b8f04b2" providerId="LiveId" clId="{4061265F-0DA1-4E97-9162-1AC1E07B7A8B}" dt="2024-07-21T13:04:01.494" v="797" actId="700"/>
          <ac:spMkLst>
            <pc:docMk/>
            <pc:sldMk cId="292193099" sldId="301"/>
            <ac:spMk id="4" creationId="{3EA301FF-99A2-4E5A-CDD9-936F1C9C7622}"/>
          </ac:spMkLst>
        </pc:spChg>
        <pc:spChg chg="add mod ord">
          <ac:chgData name="Vinay G V" userId="c782ac4b4b8f04b2" providerId="LiveId" clId="{4061265F-0DA1-4E97-9162-1AC1E07B7A8B}" dt="2024-07-21T13:12:51.099" v="934" actId="20577"/>
          <ac:spMkLst>
            <pc:docMk/>
            <pc:sldMk cId="292193099" sldId="301"/>
            <ac:spMk id="7" creationId="{E5D1DF68-06F3-A374-7C37-01D838B26AFA}"/>
          </ac:spMkLst>
        </pc:spChg>
        <pc:spChg chg="add mod ord">
          <ac:chgData name="Vinay G V" userId="c782ac4b4b8f04b2" providerId="LiveId" clId="{4061265F-0DA1-4E97-9162-1AC1E07B7A8B}" dt="2024-07-21T13:35:27.989" v="985" actId="20577"/>
          <ac:spMkLst>
            <pc:docMk/>
            <pc:sldMk cId="292193099" sldId="301"/>
            <ac:spMk id="8" creationId="{28C64CCF-409B-1EC9-270E-80BF39BC3161}"/>
          </ac:spMkLst>
        </pc:spChg>
        <pc:spChg chg="add del mod ord">
          <ac:chgData name="Vinay G V" userId="c782ac4b4b8f04b2" providerId="LiveId" clId="{4061265F-0DA1-4E97-9162-1AC1E07B7A8B}" dt="2024-07-21T13:09:42.239" v="868" actId="21"/>
          <ac:spMkLst>
            <pc:docMk/>
            <pc:sldMk cId="292193099" sldId="301"/>
            <ac:spMk id="9" creationId="{1AE8E3EC-7C83-004F-07B8-94425D1E7C21}"/>
          </ac:spMkLst>
        </pc:spChg>
        <pc:picChg chg="add del mod">
          <ac:chgData name="Vinay G V" userId="c782ac4b4b8f04b2" providerId="LiveId" clId="{4061265F-0DA1-4E97-9162-1AC1E07B7A8B}" dt="2024-07-21T13:02:47.525" v="784" actId="21"/>
          <ac:picMkLst>
            <pc:docMk/>
            <pc:sldMk cId="292193099" sldId="301"/>
            <ac:picMk id="5" creationId="{D4B22BC5-C7DA-4587-3124-79EF972BF0D3}"/>
          </ac:picMkLst>
        </pc:picChg>
        <pc:picChg chg="add del mod">
          <ac:chgData name="Vinay G V" userId="c782ac4b4b8f04b2" providerId="LiveId" clId="{4061265F-0DA1-4E97-9162-1AC1E07B7A8B}" dt="2024-07-21T13:02:55.004" v="786" actId="21"/>
          <ac:picMkLst>
            <pc:docMk/>
            <pc:sldMk cId="292193099" sldId="301"/>
            <ac:picMk id="6" creationId="{95746D38-9D4D-5193-EBA7-8E637EB67511}"/>
          </ac:picMkLst>
        </pc:picChg>
        <pc:picChg chg="add del mod">
          <ac:chgData name="Vinay G V" userId="c782ac4b4b8f04b2" providerId="LiveId" clId="{4061265F-0DA1-4E97-9162-1AC1E07B7A8B}" dt="2024-07-21T13:01:26.591" v="772" actId="21"/>
          <ac:picMkLst>
            <pc:docMk/>
            <pc:sldMk cId="292193099" sldId="301"/>
            <ac:picMk id="1026" creationId="{F2F9DD9E-A554-604A-EA60-4104FCF8A7B0}"/>
          </ac:picMkLst>
        </pc:picChg>
        <pc:picChg chg="add del mod">
          <ac:chgData name="Vinay G V" userId="c782ac4b4b8f04b2" providerId="LiveId" clId="{4061265F-0DA1-4E97-9162-1AC1E07B7A8B}" dt="2024-07-21T13:02:41.346" v="782" actId="21"/>
          <ac:picMkLst>
            <pc:docMk/>
            <pc:sldMk cId="292193099" sldId="301"/>
            <ac:picMk id="1028" creationId="{3619E930-B780-DBA2-C5E5-9890ACC4B971}"/>
          </ac:picMkLst>
        </pc:picChg>
        <pc:picChg chg="add mod">
          <ac:chgData name="Vinay G V" userId="c782ac4b4b8f04b2" providerId="LiveId" clId="{4061265F-0DA1-4E97-9162-1AC1E07B7A8B}" dt="2024-07-21T13:03:39.880" v="792" actId="14100"/>
          <ac:picMkLst>
            <pc:docMk/>
            <pc:sldMk cId="292193099" sldId="301"/>
            <ac:picMk id="1030" creationId="{439CB70B-ECDE-658D-9556-6D734C21ECE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0f41e19245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0f41e19245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5595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8765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d1bf8d60a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d1bf8d60a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3329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0133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d1bf8d60a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d1bf8d60a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52600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8678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2fc2de9d9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2fc2de9d9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6045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0f41e1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0f41e1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219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d1bf8d60a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d1bf8d60a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390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d1bf8d60a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d1bf8d60a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602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350"/>
            </a:lvl4pPr>
            <a:lvl5pPr marL="1371600" indent="0" algn="ctr">
              <a:buNone/>
              <a:defRPr sz="1350"/>
            </a:lvl5pPr>
            <a:lvl6pPr marL="1714500" indent="0" algn="ctr">
              <a:buNone/>
              <a:defRPr sz="1350"/>
            </a:lvl6pPr>
            <a:lvl7pPr marL="2057400" indent="0" algn="ctr">
              <a:buNone/>
              <a:defRPr sz="1350"/>
            </a:lvl7pPr>
            <a:lvl8pPr marL="2400300" indent="0" algn="ctr">
              <a:buNone/>
              <a:defRPr sz="1350"/>
            </a:lvl8pPr>
            <a:lvl9pPr marL="2743200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7/22/2024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3460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7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3429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9144000" cy="3429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3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b="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3720103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26774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5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1714500"/>
            <a:ext cx="356616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50647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725" b="0" cap="none" baseline="0">
                <a:solidFill>
                  <a:schemeClr val="accent1"/>
                </a:solidFill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3166" y="1634727"/>
            <a:ext cx="3566160" cy="61722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725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35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3166" y="2225841"/>
            <a:ext cx="3566160" cy="25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3323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333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295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353632"/>
            <a:ext cx="3291840" cy="130302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617220"/>
            <a:ext cx="4258818" cy="388848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1693129"/>
            <a:ext cx="3291840" cy="2821721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450"/>
              </a:spcBef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938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720104"/>
            <a:ext cx="5829300" cy="1097280"/>
          </a:xfrm>
        </p:spPr>
        <p:txBody>
          <a:bodyPr anchor="ctr">
            <a:normAutofit/>
          </a:bodyPr>
          <a:lstStyle>
            <a:lvl1pPr algn="r">
              <a:defRPr sz="375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3429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3720104"/>
            <a:ext cx="2400300" cy="109728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3948080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3300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8123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571500"/>
            <a:ext cx="1971675" cy="405765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571500"/>
            <a:ext cx="5686425" cy="40576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44447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0963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2575" y="1006563"/>
            <a:ext cx="4178700" cy="257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00" b="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2575" y="3661138"/>
            <a:ext cx="4063500" cy="47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 flipH="1">
            <a:off x="5691375" y="855750"/>
            <a:ext cx="2483400" cy="3432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3582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3972775" y="2748200"/>
            <a:ext cx="4362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048975" y="1593528"/>
            <a:ext cx="11391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3972775" y="3604053"/>
            <a:ext cx="3622800" cy="457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>
            <a:spLocks noGrp="1"/>
          </p:cNvSpPr>
          <p:nvPr>
            <p:ph type="pic" idx="3"/>
          </p:nvPr>
        </p:nvSpPr>
        <p:spPr>
          <a:xfrm>
            <a:off x="965950" y="786750"/>
            <a:ext cx="2490000" cy="357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37636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subTitle" idx="1"/>
          </p:nvPr>
        </p:nvSpPr>
        <p:spPr>
          <a:xfrm>
            <a:off x="4662524" y="1286625"/>
            <a:ext cx="3318600" cy="18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ubTitle" idx="2"/>
          </p:nvPr>
        </p:nvSpPr>
        <p:spPr>
          <a:xfrm>
            <a:off x="1162876" y="1286625"/>
            <a:ext cx="3318600" cy="18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0109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825725" y="1799950"/>
            <a:ext cx="7280700" cy="24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7509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9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438912"/>
            <a:ext cx="7290054" cy="1124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1714500"/>
            <a:ext cx="7290055" cy="301752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4853028"/>
            <a:ext cx="1615607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4853028"/>
            <a:ext cx="4426094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4853028"/>
            <a:ext cx="730250" cy="20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61974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514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</p:sldLayoutIdLst>
  <p:hf sldNum="0" hdr="0" ft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3750" kern="1200" cap="all" spc="75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19888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3360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4577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8293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795528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912114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1021842" indent="-10287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 3" pitchFamily="18" charset="2"/>
        <a:buChar char="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439CB70B-ECDE-658D-9556-6D734C21E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92" y="167426"/>
            <a:ext cx="8867103" cy="160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5D1DF68-06F3-A374-7C37-01D838B26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048" y="1770846"/>
            <a:ext cx="8596646" cy="1217054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latin typeface="+mn-lt"/>
                <a:cs typeface="Times New Roman" panose="02020603050405020304" pitchFamily="18" charset="0"/>
              </a:rPr>
              <a:t>  FULL STACK DEVELOPMENT MINI PROJECT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C64CCF-409B-1EC9-270E-80BF39BC3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738" y="2987900"/>
            <a:ext cx="2949262" cy="1925390"/>
          </a:xfrm>
        </p:spPr>
        <p:txBody>
          <a:bodyPr>
            <a:normAutofit fontScale="47500" lnSpcReduction="20000"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>
                <a:latin typeface="Raleway ExtraBold"/>
                <a:ea typeface="Raleway ExtraBold"/>
                <a:cs typeface="Raleway ExtraBold"/>
                <a:sym typeface="Raleway ExtraBold"/>
              </a:rPr>
              <a:t>       Presentation By,</a:t>
            </a:r>
          </a:p>
          <a:p>
            <a:pPr marL="0" lvl="0" indent="0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dirty="0"/>
              <a:t>                Harini L (1ST21CS073)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2900" dirty="0"/>
              <a:t>                Harshitha K(1ST21CS078)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2900" dirty="0"/>
              <a:t>                 Harshitha V (1ST21CS081)</a:t>
            </a:r>
          </a:p>
          <a:p>
            <a:pPr marL="0" indent="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2900" dirty="0"/>
              <a:t>                 Monisha S R(1ST21CS125)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193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1"/>
          <p:cNvSpPr/>
          <p:nvPr/>
        </p:nvSpPr>
        <p:spPr>
          <a:xfrm>
            <a:off x="5435267" y="539500"/>
            <a:ext cx="2995500" cy="4064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7" name="Google Shape;287;p31"/>
          <p:cNvSpPr txBox="1">
            <a:spLocks noGrp="1"/>
          </p:cNvSpPr>
          <p:nvPr>
            <p:ph type="ctrTitle"/>
          </p:nvPr>
        </p:nvSpPr>
        <p:spPr>
          <a:xfrm>
            <a:off x="103632" y="451105"/>
            <a:ext cx="5388864" cy="22920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dirty="0"/>
              <a:t>Online SHOPPING      SYSTEM</a:t>
            </a:r>
            <a:br>
              <a:rPr lang="en" sz="4200" dirty="0"/>
            </a:br>
            <a:r>
              <a:rPr lang="en" sz="4200" dirty="0"/>
              <a:t>Mini-Project</a:t>
            </a:r>
            <a:endParaRPr sz="4200" dirty="0"/>
          </a:p>
        </p:txBody>
      </p:sp>
      <p:sp>
        <p:nvSpPr>
          <p:cNvPr id="288" name="Google Shape;288;p31"/>
          <p:cNvSpPr txBox="1">
            <a:spLocks noGrp="1"/>
          </p:cNvSpPr>
          <p:nvPr>
            <p:ph type="subTitle" idx="1"/>
          </p:nvPr>
        </p:nvSpPr>
        <p:spPr>
          <a:xfrm>
            <a:off x="1010175" y="2954895"/>
            <a:ext cx="4063500" cy="5695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/>
              <a:t>Using Django </a:t>
            </a:r>
            <a:endParaRPr sz="2400" b="1" dirty="0"/>
          </a:p>
        </p:txBody>
      </p:sp>
      <p:pic>
        <p:nvPicPr>
          <p:cNvPr id="286" name="Google Shape;286;p31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9654" r="29654"/>
          <a:stretch/>
        </p:blipFill>
        <p:spPr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/>
          <p:nvPr/>
        </p:nvSpPr>
        <p:spPr>
          <a:xfrm>
            <a:off x="713217" y="539500"/>
            <a:ext cx="2995500" cy="406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3965991" y="1234047"/>
            <a:ext cx="1314600" cy="1314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327" name="Google Shape;327;p34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26" name="Google Shape;326;p34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About Full Stack Developement</a:t>
            </a:r>
            <a:endParaRPr b="1" dirty="0"/>
          </a:p>
        </p:txBody>
      </p:sp>
      <p:pic>
        <p:nvPicPr>
          <p:cNvPr id="328" name="Google Shape;328;p34"/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l="13479" r="13479"/>
          <a:stretch/>
        </p:blipFill>
        <p:spPr>
          <a:prstGeom prst="rect">
            <a:avLst/>
          </a:prstGeom>
        </p:spPr>
      </p:pic>
      <p:sp>
        <p:nvSpPr>
          <p:cNvPr id="329" name="Google Shape;329;p34"/>
          <p:cNvSpPr/>
          <p:nvPr/>
        </p:nvSpPr>
        <p:spPr>
          <a:xfrm>
            <a:off x="7640075" y="671400"/>
            <a:ext cx="695400" cy="6954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>
            <a:spLocks noGrp="1"/>
          </p:cNvSpPr>
          <p:nvPr>
            <p:ph type="title"/>
          </p:nvPr>
        </p:nvSpPr>
        <p:spPr>
          <a:xfrm>
            <a:off x="616368" y="29782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 to FSD</a:t>
            </a:r>
            <a:endParaRPr dirty="0"/>
          </a:p>
        </p:txBody>
      </p:sp>
      <p:sp>
        <p:nvSpPr>
          <p:cNvPr id="336" name="Google Shape;336;p35"/>
          <p:cNvSpPr txBox="1">
            <a:spLocks noGrp="1"/>
          </p:cNvSpPr>
          <p:nvPr>
            <p:ph type="subTitle" idx="1"/>
          </p:nvPr>
        </p:nvSpPr>
        <p:spPr>
          <a:xfrm>
            <a:off x="201168" y="1034175"/>
            <a:ext cx="8534400" cy="38052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Full stack development involves creating both the front-end (client side) and back-end (server side) parts of a web application, ensuring it functions smoothly and cohesively from the user interface to the database and server logic.</a:t>
            </a:r>
          </a:p>
          <a:p>
            <a:pPr algn="just"/>
            <a:r>
              <a:rPr lang="en-US" sz="1700" b="1" dirty="0"/>
              <a:t>Front-End Development: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b="1" dirty="0"/>
              <a:t>User Interface (UI):</a:t>
            </a:r>
            <a:r>
              <a:rPr lang="en-US" sz="1700" dirty="0"/>
              <a:t> Designing and building the visual elements that users interact with.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700" b="1" dirty="0"/>
              <a:t>Technologies:</a:t>
            </a:r>
            <a:r>
              <a:rPr lang="en-US" sz="1700" dirty="0"/>
              <a:t> HTML, CSS, JavaScript, and frameworks/libraries like React, Angular, or Vue.js.</a:t>
            </a:r>
          </a:p>
          <a:p>
            <a:pPr algn="just"/>
            <a:r>
              <a:rPr lang="en-IN" sz="1700" b="1" dirty="0"/>
              <a:t>Back-End Development: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700" b="1" dirty="0"/>
              <a:t>Server-Side Logic:</a:t>
            </a:r>
            <a:r>
              <a:rPr lang="en-IN" sz="1700" dirty="0"/>
              <a:t> Managing application logic, database interactions, and server configurations.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700" b="1" dirty="0"/>
              <a:t>Technologies:</a:t>
            </a:r>
            <a:r>
              <a:rPr lang="en-IN" sz="1700" dirty="0"/>
              <a:t> Server-side languages like Node.js, Python, Ruby, Java, or PHP, and frameworks like Express, Django, Rails, or Spring.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1700" b="1" dirty="0"/>
              <a:t>Databases:</a:t>
            </a:r>
            <a:r>
              <a:rPr lang="en-IN" sz="1700" dirty="0"/>
              <a:t> Working with databases such as MySQL, PostgreSQL, MongoDB, or SQLite.</a:t>
            </a:r>
          </a:p>
          <a:p>
            <a:pPr marL="139700" indent="0"/>
            <a:endParaRPr lang="en-US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46" name="Google Shape;346;p35"/>
          <p:cNvSpPr/>
          <p:nvPr/>
        </p:nvSpPr>
        <p:spPr>
          <a:xfrm flipH="1">
            <a:off x="713225" y="461475"/>
            <a:ext cx="695400" cy="6954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5"/>
          <p:cNvSpPr txBox="1">
            <a:spLocks noGrp="1"/>
          </p:cNvSpPr>
          <p:nvPr>
            <p:ph type="subTitle" idx="1"/>
          </p:nvPr>
        </p:nvSpPr>
        <p:spPr>
          <a:xfrm>
            <a:off x="493776" y="1156876"/>
            <a:ext cx="8077200" cy="37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800" b="1" dirty="0"/>
              <a:t>Skills Required: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/>
              <a:t>Versatility:</a:t>
            </a:r>
            <a:r>
              <a:rPr lang="en-US" sz="1800" dirty="0"/>
              <a:t> Ability to work with different technologies and frameworks.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/>
              <a:t>Problem-Solving:</a:t>
            </a:r>
            <a:r>
              <a:rPr lang="en-US" sz="1800" dirty="0"/>
              <a:t> Strong analytical skills to diagnose and fix issues across the stack.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/>
              <a:t>Collaboration:</a:t>
            </a:r>
            <a:r>
              <a:rPr lang="en-US" sz="1800" dirty="0"/>
              <a:t> Working effectively with other developers, designers, and stakeholders to deliver a cohesive product.</a:t>
            </a:r>
          </a:p>
          <a:p>
            <a:pPr marL="139700" indent="0" algn="just"/>
            <a:endParaRPr lang="en-US" sz="1800" dirty="0"/>
          </a:p>
          <a:p>
            <a:pPr marL="482600" indent="-342900" algn="just">
              <a:buFont typeface="Arial" panose="020B0604020202020204" pitchFamily="34" charset="0"/>
              <a:buChar char="•"/>
            </a:pPr>
            <a:r>
              <a:rPr lang="en-US" sz="1800" dirty="0"/>
              <a:t>Full stack development involves a comprehensive understanding and ability to handle all aspects of a web application, from the user interface to the server-side logic and database management.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346" name="Google Shape;346;p35"/>
          <p:cNvSpPr/>
          <p:nvPr/>
        </p:nvSpPr>
        <p:spPr>
          <a:xfrm flipH="1">
            <a:off x="713225" y="461475"/>
            <a:ext cx="695400" cy="6954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69240358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/>
          <p:nvPr/>
        </p:nvSpPr>
        <p:spPr>
          <a:xfrm>
            <a:off x="713217" y="539500"/>
            <a:ext cx="2995500" cy="406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3919466" y="1109322"/>
            <a:ext cx="1314600" cy="1314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34"/>
          <p:cNvSpPr txBox="1">
            <a:spLocks noGrp="1"/>
          </p:cNvSpPr>
          <p:nvPr>
            <p:ph type="title"/>
          </p:nvPr>
        </p:nvSpPr>
        <p:spPr>
          <a:xfrm>
            <a:off x="3919466" y="3270636"/>
            <a:ext cx="4884713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327" name="Google Shape;327;p34"/>
          <p:cNvSpPr txBox="1">
            <a:spLocks noGrp="1"/>
          </p:cNvSpPr>
          <p:nvPr>
            <p:ph type="title" idx="2"/>
          </p:nvPr>
        </p:nvSpPr>
        <p:spPr>
          <a:xfrm>
            <a:off x="4002450" y="1383642"/>
            <a:ext cx="11391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26" name="Google Shape;326;p34"/>
          <p:cNvSpPr txBox="1">
            <a:spLocks noGrp="1"/>
          </p:cNvSpPr>
          <p:nvPr>
            <p:ph type="subTitle" idx="1"/>
          </p:nvPr>
        </p:nvSpPr>
        <p:spPr>
          <a:xfrm>
            <a:off x="4048975" y="3930047"/>
            <a:ext cx="36228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Project statement and Objectives</a:t>
            </a:r>
          </a:p>
        </p:txBody>
      </p:sp>
      <p:pic>
        <p:nvPicPr>
          <p:cNvPr id="328" name="Google Shape;328;p34"/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l="14068" r="14068"/>
          <a:stretch/>
        </p:blipFill>
        <p:spPr>
          <a:prstGeom prst="rect">
            <a:avLst/>
          </a:prstGeom>
        </p:spPr>
      </p:pic>
      <p:sp>
        <p:nvSpPr>
          <p:cNvPr id="329" name="Google Shape;329;p34"/>
          <p:cNvSpPr/>
          <p:nvPr/>
        </p:nvSpPr>
        <p:spPr>
          <a:xfrm>
            <a:off x="7640075" y="671400"/>
            <a:ext cx="695400" cy="6954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9782605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D6E54240-D11B-E520-B8A9-FBAFF9589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560" y="769700"/>
            <a:ext cx="7723631" cy="3925130"/>
          </a:xfrm>
        </p:spPr>
        <p:txBody>
          <a:bodyPr/>
          <a:lstStyle/>
          <a:p>
            <a:r>
              <a:rPr lang="en-US" sz="1700" dirty="0"/>
              <a:t>In the current digital marketplace, there is a high demand for efficient and user-friendly e-commerce platforms. </a:t>
            </a:r>
          </a:p>
          <a:p>
            <a:r>
              <a:rPr lang="en-US" sz="1700" dirty="0"/>
              <a:t>However, many small and medium-sized businesses struggle to establish an online presence due to limited technical expertise and resources. </a:t>
            </a:r>
          </a:p>
          <a:p>
            <a:r>
              <a:rPr lang="en-US" sz="1700" dirty="0"/>
              <a:t>Existing solutions often lack the simplicity, customization, and security needed to meet both consumer expectations and business needs. </a:t>
            </a:r>
          </a:p>
          <a:p>
            <a:r>
              <a:rPr lang="en-US" sz="1700" dirty="0"/>
              <a:t>This project aims to address these challenges by developing a streamlined e-commerce website that provides an optimal shopping experience while being easy for businesses to manage.</a:t>
            </a:r>
          </a:p>
          <a:p>
            <a:pPr marL="139700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title"/>
          </p:nvPr>
        </p:nvSpPr>
        <p:spPr>
          <a:xfrm>
            <a:off x="787056" y="23776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" dirty="0"/>
              <a:t>Problem Statement of the Project</a:t>
            </a:r>
            <a:endParaRPr dirty="0"/>
          </a:p>
        </p:txBody>
      </p:sp>
      <p:sp>
        <p:nvSpPr>
          <p:cNvPr id="4" name="Google Shape;336;p35">
            <a:extLst>
              <a:ext uri="{FF2B5EF4-FFF2-40B4-BE49-F238E27FC236}">
                <a16:creationId xmlns:a16="http://schemas.microsoft.com/office/drawing/2014/main" id="{CBEEB91C-1755-77F2-5BD5-8830C55E1248}"/>
              </a:ext>
            </a:extLst>
          </p:cNvPr>
          <p:cNvSpPr txBox="1">
            <a:spLocks/>
          </p:cNvSpPr>
          <p:nvPr/>
        </p:nvSpPr>
        <p:spPr>
          <a:xfrm>
            <a:off x="493776" y="1156876"/>
            <a:ext cx="8077200" cy="36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81B7916-032E-720A-7D05-16B6EB5CE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650" y="1139549"/>
            <a:ext cx="7280700" cy="3558925"/>
          </a:xfrm>
        </p:spPr>
        <p:txBody>
          <a:bodyPr/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To deliver a easy and efficient buying experience.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Ensure a smooth and efficient checkout process to enhance user satisfaction.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Enable administrators to easily add, update, and delete products.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To ensure secure transactions and data protection.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Categorize products effectively for better user browsing and searching.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Offer a review and rating system for users to provide feedback on products and services.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FDCBE1-4496-3C9B-1EFB-D9CB512EE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602992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/>
          <p:nvPr/>
        </p:nvSpPr>
        <p:spPr>
          <a:xfrm>
            <a:off x="713217" y="539500"/>
            <a:ext cx="2995500" cy="406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3914700" y="1517754"/>
            <a:ext cx="1314600" cy="1314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34"/>
          <p:cNvSpPr txBox="1">
            <a:spLocks noGrp="1"/>
          </p:cNvSpPr>
          <p:nvPr>
            <p:ph type="title"/>
          </p:nvPr>
        </p:nvSpPr>
        <p:spPr>
          <a:xfrm>
            <a:off x="3754874" y="2832354"/>
            <a:ext cx="4884713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Design</a:t>
            </a:r>
            <a:endParaRPr dirty="0"/>
          </a:p>
        </p:txBody>
      </p:sp>
      <p:sp>
        <p:nvSpPr>
          <p:cNvPr id="327" name="Google Shape;327;p34"/>
          <p:cNvSpPr txBox="1">
            <a:spLocks noGrp="1"/>
          </p:cNvSpPr>
          <p:nvPr>
            <p:ph type="title" idx="2"/>
          </p:nvPr>
        </p:nvSpPr>
        <p:spPr>
          <a:xfrm>
            <a:off x="3997684" y="1792074"/>
            <a:ext cx="11391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26" name="Google Shape;326;p34"/>
          <p:cNvSpPr txBox="1">
            <a:spLocks noGrp="1"/>
          </p:cNvSpPr>
          <p:nvPr>
            <p:ph type="subTitle" idx="1"/>
          </p:nvPr>
        </p:nvSpPr>
        <p:spPr>
          <a:xfrm>
            <a:off x="3961450" y="3674154"/>
            <a:ext cx="36228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-US" sz="1400" dirty="0"/>
              <a:t>Components used for designing the project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328" name="Google Shape;328;p34"/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l="26735" r="26735"/>
          <a:stretch/>
        </p:blipFill>
        <p:spPr>
          <a:prstGeom prst="rect">
            <a:avLst/>
          </a:prstGeom>
        </p:spPr>
      </p:pic>
      <p:sp>
        <p:nvSpPr>
          <p:cNvPr id="329" name="Google Shape;329;p34"/>
          <p:cNvSpPr/>
          <p:nvPr/>
        </p:nvSpPr>
        <p:spPr>
          <a:xfrm>
            <a:off x="7640075" y="671400"/>
            <a:ext cx="695400" cy="6954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4327779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/>
          <p:nvPr/>
        </p:nvSpPr>
        <p:spPr>
          <a:xfrm flipH="1">
            <a:off x="8083075" y="461475"/>
            <a:ext cx="695400" cy="6954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334;p35">
            <a:extLst>
              <a:ext uri="{FF2B5EF4-FFF2-40B4-BE49-F238E27FC236}">
                <a16:creationId xmlns:a16="http://schemas.microsoft.com/office/drawing/2014/main" id="{9898A796-EC85-2217-CDAE-E21960FB5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81388"/>
            <a:ext cx="789974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Components used for designing the Project</a:t>
            </a:r>
            <a:br>
              <a:rPr lang="en-US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CDAA11-B9F6-649D-2D40-783DBA7A4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23999"/>
            <a:ext cx="7966800" cy="31580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For our Online Shopping System Mini-project we used some components to build the Web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Web Frameworks : - Django, Bootstrap(for CSS).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User Interface  HTML(For page Layout design) and CSS for Front End and Python Django for Backend.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SQLite3 Database for store the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Integrated Development Environment (IDE) used for the development is V S Code.</a:t>
            </a:r>
            <a:endParaRPr lang="en-US" sz="2000" dirty="0"/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/>
          <p:nvPr/>
        </p:nvSpPr>
        <p:spPr>
          <a:xfrm>
            <a:off x="713217" y="539500"/>
            <a:ext cx="2995500" cy="406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3914700" y="1517754"/>
            <a:ext cx="1314600" cy="1314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34"/>
          <p:cNvSpPr txBox="1">
            <a:spLocks noGrp="1"/>
          </p:cNvSpPr>
          <p:nvPr>
            <p:ph type="title"/>
          </p:nvPr>
        </p:nvSpPr>
        <p:spPr>
          <a:xfrm>
            <a:off x="3754874" y="2832354"/>
            <a:ext cx="5041654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Implementation</a:t>
            </a:r>
            <a:endParaRPr dirty="0"/>
          </a:p>
        </p:txBody>
      </p:sp>
      <p:sp>
        <p:nvSpPr>
          <p:cNvPr id="327" name="Google Shape;327;p34"/>
          <p:cNvSpPr txBox="1">
            <a:spLocks noGrp="1"/>
          </p:cNvSpPr>
          <p:nvPr>
            <p:ph type="title" idx="2"/>
          </p:nvPr>
        </p:nvSpPr>
        <p:spPr>
          <a:xfrm>
            <a:off x="3997684" y="1792074"/>
            <a:ext cx="11391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26" name="Google Shape;326;p34"/>
          <p:cNvSpPr txBox="1">
            <a:spLocks noGrp="1"/>
          </p:cNvSpPr>
          <p:nvPr>
            <p:ph type="subTitle" idx="1"/>
          </p:nvPr>
        </p:nvSpPr>
        <p:spPr>
          <a:xfrm>
            <a:off x="3853740" y="3674154"/>
            <a:ext cx="36228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-US" dirty="0">
                <a:solidFill>
                  <a:schemeClr val="bg1"/>
                </a:solidFill>
              </a:rPr>
              <a:t>Live Demo of Mini Project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328" name="Google Shape;328;p34"/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l="14337" r="14337"/>
          <a:stretch/>
        </p:blipFill>
        <p:spPr>
          <a:prstGeom prst="rect">
            <a:avLst/>
          </a:prstGeom>
        </p:spPr>
      </p:pic>
      <p:sp>
        <p:nvSpPr>
          <p:cNvPr id="329" name="Google Shape;329;p34"/>
          <p:cNvSpPr/>
          <p:nvPr/>
        </p:nvSpPr>
        <p:spPr>
          <a:xfrm>
            <a:off x="7640075" y="671400"/>
            <a:ext cx="695400" cy="6954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5799313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59444B-34BA-8FF3-8DD2-94F567DBB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776" y="729050"/>
            <a:ext cx="8077200" cy="4031926"/>
          </a:xfrm>
        </p:spPr>
        <p:txBody>
          <a:bodyPr/>
          <a:lstStyle/>
          <a:p>
            <a:r>
              <a:rPr lang="en-US" sz="1700" dirty="0"/>
              <a:t>First we will Create Environment to execute the program.</a:t>
            </a:r>
          </a:p>
          <a:p>
            <a:r>
              <a:rPr lang="en-US" sz="1700" dirty="0"/>
              <a:t>Then we add a command to go for a Current Directory which project is present.</a:t>
            </a:r>
          </a:p>
          <a:p>
            <a:r>
              <a:rPr lang="en-US" sz="1700" dirty="0"/>
              <a:t>Then we will Run the project using Run Server  command.</a:t>
            </a:r>
          </a:p>
          <a:p>
            <a:r>
              <a:rPr lang="en-US" sz="1700" dirty="0"/>
              <a:t>Then we will get the URL http://127.0.0.1:8000/ is a common address used in web development, especially when working with web frameworks like Django.</a:t>
            </a:r>
          </a:p>
          <a:p>
            <a:r>
              <a:rPr lang="en-US" sz="1700" dirty="0"/>
              <a:t>Then we can see or display our web application in the Browser</a:t>
            </a:r>
          </a:p>
          <a:p>
            <a:r>
              <a:rPr lang="en-US" sz="1700" dirty="0"/>
              <a:t>This is how we implement the Django project.</a:t>
            </a:r>
          </a:p>
          <a:p>
            <a:r>
              <a:rPr lang="en-US" sz="1700" dirty="0"/>
              <a:t>Live Demo will be Represented in VS code.</a:t>
            </a:r>
          </a:p>
          <a:p>
            <a:endParaRPr lang="en-IN"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title"/>
          </p:nvPr>
        </p:nvSpPr>
        <p:spPr>
          <a:xfrm>
            <a:off x="680039" y="1980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u="sng" dirty="0"/>
              <a:t>Implementation of Project</a:t>
            </a:r>
            <a:endParaRPr u="sng" dirty="0"/>
          </a:p>
        </p:txBody>
      </p:sp>
      <p:sp>
        <p:nvSpPr>
          <p:cNvPr id="4" name="Google Shape;336;p35">
            <a:extLst>
              <a:ext uri="{FF2B5EF4-FFF2-40B4-BE49-F238E27FC236}">
                <a16:creationId xmlns:a16="http://schemas.microsoft.com/office/drawing/2014/main" id="{CBEEB91C-1755-77F2-5BD5-8830C55E1248}"/>
              </a:ext>
            </a:extLst>
          </p:cNvPr>
          <p:cNvSpPr txBox="1">
            <a:spLocks/>
          </p:cNvSpPr>
          <p:nvPr/>
        </p:nvSpPr>
        <p:spPr>
          <a:xfrm>
            <a:off x="493776" y="1156876"/>
            <a:ext cx="8077200" cy="36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37834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/>
          <p:nvPr/>
        </p:nvSpPr>
        <p:spPr>
          <a:xfrm>
            <a:off x="713217" y="539500"/>
            <a:ext cx="2995500" cy="406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3914700" y="1517754"/>
            <a:ext cx="1314600" cy="1314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34"/>
          <p:cNvSpPr txBox="1">
            <a:spLocks noGrp="1"/>
          </p:cNvSpPr>
          <p:nvPr>
            <p:ph type="title"/>
          </p:nvPr>
        </p:nvSpPr>
        <p:spPr>
          <a:xfrm>
            <a:off x="3754874" y="2832354"/>
            <a:ext cx="5041654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Advantages</a:t>
            </a:r>
            <a:endParaRPr dirty="0"/>
          </a:p>
        </p:txBody>
      </p:sp>
      <p:sp>
        <p:nvSpPr>
          <p:cNvPr id="327" name="Google Shape;327;p34"/>
          <p:cNvSpPr txBox="1">
            <a:spLocks noGrp="1"/>
          </p:cNvSpPr>
          <p:nvPr>
            <p:ph type="title" idx="2"/>
          </p:nvPr>
        </p:nvSpPr>
        <p:spPr>
          <a:xfrm>
            <a:off x="3997684" y="1792074"/>
            <a:ext cx="11391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326" name="Google Shape;326;p34"/>
          <p:cNvSpPr txBox="1">
            <a:spLocks noGrp="1"/>
          </p:cNvSpPr>
          <p:nvPr>
            <p:ph type="subTitle" idx="1"/>
          </p:nvPr>
        </p:nvSpPr>
        <p:spPr>
          <a:xfrm>
            <a:off x="3853740" y="3674154"/>
            <a:ext cx="36228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-US" dirty="0">
                <a:solidFill>
                  <a:schemeClr val="bg1"/>
                </a:solidFill>
              </a:rPr>
              <a:t>Uses of the Project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Google Shape;286;p31">
            <a:extLst>
              <a:ext uri="{FF2B5EF4-FFF2-40B4-BE49-F238E27FC236}">
                <a16:creationId xmlns:a16="http://schemas.microsoft.com/office/drawing/2014/main" id="{D5E20BC5-3F6E-9A9E-BC9E-87D86CC96315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l="30370" r="30370"/>
          <a:stretch/>
        </p:blipFill>
        <p:spPr>
          <a:prstGeom prst="rect">
            <a:avLst/>
          </a:prstGeom>
        </p:spPr>
      </p:pic>
      <p:sp>
        <p:nvSpPr>
          <p:cNvPr id="329" name="Google Shape;329;p34"/>
          <p:cNvSpPr/>
          <p:nvPr/>
        </p:nvSpPr>
        <p:spPr>
          <a:xfrm>
            <a:off x="7640075" y="671400"/>
            <a:ext cx="695400" cy="6954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41337371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/>
          <p:nvPr/>
        </p:nvSpPr>
        <p:spPr>
          <a:xfrm flipH="1">
            <a:off x="8083075" y="461475"/>
            <a:ext cx="695400" cy="6954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334;p35">
            <a:extLst>
              <a:ext uri="{FF2B5EF4-FFF2-40B4-BE49-F238E27FC236}">
                <a16:creationId xmlns:a16="http://schemas.microsoft.com/office/drawing/2014/main" id="{9898A796-EC85-2217-CDAE-E21960FB5B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1031" y="355348"/>
            <a:ext cx="7899744" cy="9121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Advantages </a:t>
            </a:r>
            <a:br>
              <a:rPr lang="en-US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CDAA11-B9F6-649D-2D40-783DBA7A4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728" y="1034175"/>
            <a:ext cx="7966800" cy="3753977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Streamlined Product Management:</a:t>
            </a:r>
            <a:r>
              <a:rPr lang="en-US" sz="1700" dirty="0"/>
              <a:t> Easy product addition, updating, and deletion, with effective categorization for better browsing.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Improved Security:</a:t>
            </a:r>
            <a:r>
              <a:rPr lang="en-US" sz="1700" dirty="0"/>
              <a:t> Secure user authentication, data protection, and safe payment processing.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b="1" dirty="0"/>
              <a:t>Intuitive Interface:</a:t>
            </a:r>
            <a:r>
              <a:rPr lang="en-US" sz="1700" dirty="0"/>
              <a:t> A user-friendly design ensures that customers can easily navigate the website, find products, and complete purchases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Online marketplaces often have lower operational costs compared to physical stores (e.g., no need for rental space).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Buyers can buy any products from the comfort of their homes, available 24/7.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03698494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/>
          <p:nvPr/>
        </p:nvSpPr>
        <p:spPr>
          <a:xfrm>
            <a:off x="713217" y="539500"/>
            <a:ext cx="2995500" cy="406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4" name="Google Shape;324;p34"/>
          <p:cNvSpPr/>
          <p:nvPr/>
        </p:nvSpPr>
        <p:spPr>
          <a:xfrm>
            <a:off x="3914700" y="1517754"/>
            <a:ext cx="1314600" cy="13146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5" name="Google Shape;325;p34"/>
          <p:cNvSpPr txBox="1">
            <a:spLocks noGrp="1"/>
          </p:cNvSpPr>
          <p:nvPr>
            <p:ph type="title"/>
          </p:nvPr>
        </p:nvSpPr>
        <p:spPr>
          <a:xfrm>
            <a:off x="3754874" y="2832354"/>
            <a:ext cx="5041654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327" name="Google Shape;327;p34"/>
          <p:cNvSpPr txBox="1">
            <a:spLocks noGrp="1"/>
          </p:cNvSpPr>
          <p:nvPr>
            <p:ph type="title" idx="2"/>
          </p:nvPr>
        </p:nvSpPr>
        <p:spPr>
          <a:xfrm>
            <a:off x="3997684" y="1792074"/>
            <a:ext cx="11391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326" name="Google Shape;326;p34"/>
          <p:cNvSpPr txBox="1">
            <a:spLocks noGrp="1"/>
          </p:cNvSpPr>
          <p:nvPr>
            <p:ph type="subTitle" idx="1"/>
          </p:nvPr>
        </p:nvSpPr>
        <p:spPr>
          <a:xfrm>
            <a:off x="3853740" y="3674154"/>
            <a:ext cx="36228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r>
              <a:rPr lang="en-US" dirty="0"/>
              <a:t>Knowledge gained from this project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328" name="Google Shape;328;p34"/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l="22689" r="22689"/>
          <a:stretch/>
        </p:blipFill>
        <p:spPr>
          <a:prstGeom prst="rect">
            <a:avLst/>
          </a:prstGeom>
        </p:spPr>
      </p:pic>
      <p:sp>
        <p:nvSpPr>
          <p:cNvPr id="329" name="Google Shape;329;p34"/>
          <p:cNvSpPr/>
          <p:nvPr/>
        </p:nvSpPr>
        <p:spPr>
          <a:xfrm>
            <a:off x="7640075" y="671400"/>
            <a:ext cx="695400" cy="6954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6790181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59444B-34BA-8FF3-8DD2-94F567DBB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024" y="1206244"/>
            <a:ext cx="8077200" cy="4031926"/>
          </a:xfrm>
        </p:spPr>
        <p:txBody>
          <a:bodyPr/>
          <a:lstStyle/>
          <a:p>
            <a:r>
              <a:rPr lang="en-US" sz="1700" dirty="0"/>
              <a:t> The purpose of this project was to develop a web application</a:t>
            </a:r>
            <a:r>
              <a:rPr lang="en-US" sz="2400" dirty="0"/>
              <a:t> </a:t>
            </a:r>
            <a:r>
              <a:rPr lang="en-US" sz="1700" dirty="0"/>
              <a:t>and an android application for purchasing items from a shop. </a:t>
            </a:r>
          </a:p>
          <a:p>
            <a:r>
              <a:rPr lang="en-US" sz="1700" dirty="0"/>
              <a:t>Users enjoy the convenience of a 24/7 marketplace, competitive pricing, and a diverse range of products, leading to an improved shopping experience.</a:t>
            </a:r>
          </a:p>
          <a:p>
            <a:r>
              <a:rPr lang="en-US" sz="1700" dirty="0"/>
              <a:t>This project helped us in gaining valuable information and practical knowledge on several topics like designing web pages using html &amp; css, usage of responsive templates, designing of android applications, and management of database using mysql .</a:t>
            </a:r>
          </a:p>
          <a:p>
            <a:r>
              <a:rPr lang="en-US" sz="1700" dirty="0"/>
              <a:t>By addressing common challenges faced by online retailers, this website ensures a user-friendly, secure, and efficient platform for both customers and businesses.</a:t>
            </a:r>
          </a:p>
          <a:p>
            <a:endParaRPr lang="en-IN" dirty="0"/>
          </a:p>
        </p:txBody>
      </p:sp>
      <p:sp>
        <p:nvSpPr>
          <p:cNvPr id="498" name="Google Shape;498;p47"/>
          <p:cNvSpPr txBox="1">
            <a:spLocks noGrp="1"/>
          </p:cNvSpPr>
          <p:nvPr>
            <p:ph type="title"/>
          </p:nvPr>
        </p:nvSpPr>
        <p:spPr>
          <a:xfrm>
            <a:off x="680039" y="1980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lang="en-US" u="sng" dirty="0"/>
              <a:t>Conclusion of Project</a:t>
            </a:r>
            <a:endParaRPr u="sng" dirty="0"/>
          </a:p>
        </p:txBody>
      </p:sp>
      <p:sp>
        <p:nvSpPr>
          <p:cNvPr id="4" name="Google Shape;336;p35">
            <a:extLst>
              <a:ext uri="{FF2B5EF4-FFF2-40B4-BE49-F238E27FC236}">
                <a16:creationId xmlns:a16="http://schemas.microsoft.com/office/drawing/2014/main" id="{CBEEB91C-1755-77F2-5BD5-8830C55E1248}"/>
              </a:ext>
            </a:extLst>
          </p:cNvPr>
          <p:cNvSpPr txBox="1">
            <a:spLocks/>
          </p:cNvSpPr>
          <p:nvPr/>
        </p:nvSpPr>
        <p:spPr>
          <a:xfrm>
            <a:off x="493776" y="1156876"/>
            <a:ext cx="8077200" cy="36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7829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6;p35">
            <a:extLst>
              <a:ext uri="{FF2B5EF4-FFF2-40B4-BE49-F238E27FC236}">
                <a16:creationId xmlns:a16="http://schemas.microsoft.com/office/drawing/2014/main" id="{CBEEB91C-1755-77F2-5BD5-8830C55E1248}"/>
              </a:ext>
            </a:extLst>
          </p:cNvPr>
          <p:cNvSpPr txBox="1">
            <a:spLocks/>
          </p:cNvSpPr>
          <p:nvPr/>
        </p:nvSpPr>
        <p:spPr>
          <a:xfrm>
            <a:off x="493776" y="1156876"/>
            <a:ext cx="8077200" cy="36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92" name="Google Shape;792;p60"/>
          <p:cNvSpPr txBox="1">
            <a:spLocks noGrp="1"/>
          </p:cNvSpPr>
          <p:nvPr>
            <p:ph type="title"/>
          </p:nvPr>
        </p:nvSpPr>
        <p:spPr>
          <a:xfrm>
            <a:off x="0" y="1983345"/>
            <a:ext cx="9079605" cy="156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                  </a:t>
            </a:r>
            <a:r>
              <a:rPr lang="en" sz="9600" dirty="0"/>
              <a:t>Thank You!</a:t>
            </a:r>
            <a:endParaRPr sz="9600" dirty="0"/>
          </a:p>
        </p:txBody>
      </p:sp>
    </p:spTree>
    <p:extLst>
      <p:ext uri="{BB962C8B-B14F-4D97-AF65-F5344CB8AC3E}">
        <p14:creationId xmlns:p14="http://schemas.microsoft.com/office/powerpoint/2010/main" val="4098060209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</TotalTime>
  <Words>858</Words>
  <Application>Microsoft Office PowerPoint</Application>
  <PresentationFormat>On-screen Show (16:9)</PresentationFormat>
  <Paragraphs>82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Tw Cen MT Condensed</vt:lpstr>
      <vt:lpstr>Roboto Condensed Light</vt:lpstr>
      <vt:lpstr>Raleway ExtraBold</vt:lpstr>
      <vt:lpstr>Wingdings 3</vt:lpstr>
      <vt:lpstr>Tw Cen MT</vt:lpstr>
      <vt:lpstr>Lato</vt:lpstr>
      <vt:lpstr>Open Sans</vt:lpstr>
      <vt:lpstr>Arial</vt:lpstr>
      <vt:lpstr>Integral</vt:lpstr>
      <vt:lpstr>  FULL STACK DEVELOPMENT MINI PROJECT</vt:lpstr>
      <vt:lpstr>Online SHOPPING      SYSTEM Mini-Project</vt:lpstr>
      <vt:lpstr>Introduction</vt:lpstr>
      <vt:lpstr>Introduction to FSD</vt:lpstr>
      <vt:lpstr>PowerPoint Presentation</vt:lpstr>
      <vt:lpstr>Problem Statement</vt:lpstr>
      <vt:lpstr>Problem Statement of the Project</vt:lpstr>
      <vt:lpstr>Objectives</vt:lpstr>
      <vt:lpstr>Design</vt:lpstr>
      <vt:lpstr>Components used for designing the Project </vt:lpstr>
      <vt:lpstr>Implementation</vt:lpstr>
      <vt:lpstr>Implementation of Project</vt:lpstr>
      <vt:lpstr>Advantages</vt:lpstr>
      <vt:lpstr>Advantages  </vt:lpstr>
      <vt:lpstr>Conclusion</vt:lpstr>
      <vt:lpstr>Conclusion of Project</vt:lpstr>
      <vt:lpstr>                 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Vinay G V</dc:creator>
  <cp:lastModifiedBy>Vinay G V</cp:lastModifiedBy>
  <cp:revision>19</cp:revision>
  <dcterms:modified xsi:type="dcterms:W3CDTF">2024-07-22T09:41:25Z</dcterms:modified>
</cp:coreProperties>
</file>